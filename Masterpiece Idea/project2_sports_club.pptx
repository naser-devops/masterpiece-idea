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46304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320040"/>
            <a:ext cx="822960" cy="8229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530352"/>
            <a:ext cx="402336" cy="40233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554480" y="22860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نظام إدارة النوادي الرياضية</a:t>
            </a:r>
            <a:endParaRPr lang="en-US" sz="3200" dirty="0"/>
          </a:p>
        </p:txBody>
      </p:sp>
      <p:sp>
        <p:nvSpPr>
          <p:cNvPr id="6" name="Shape 3"/>
          <p:cNvSpPr/>
          <p:nvPr/>
        </p:nvSpPr>
        <p:spPr>
          <a:xfrm>
            <a:off x="502920" y="1892808"/>
            <a:ext cx="566928" cy="566928"/>
          </a:xfrm>
          <a:prstGeom prst="ellipse">
            <a:avLst/>
          </a:prstGeom>
          <a:solidFill>
            <a:srgbClr val="F9E795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2048256"/>
            <a:ext cx="274320" cy="27432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234440" y="1783080"/>
            <a:ext cx="1042416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1700" b="1" dirty="0">
                <a:solidFill>
                  <a:srgbClr val="F961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الوصف</a:t>
            </a:r>
            <a:endParaRPr lang="en-US" sz="1700" dirty="0"/>
          </a:p>
          <a:p>
            <a:pPr algn="r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نظام متكامل لإدارة النوادي الرياضية يغطي اشتراكات الأعضاء، الحضور والانصراف، حجز الحصص التدريبية، ومتابعة تقدم كل لاعب، مع تنبيه تلقائي عند اقتراب أو انتهاء اشتراك أي لاعب.</a:t>
            </a:r>
            <a:endParaRPr lang="en-US" sz="1700" dirty="0"/>
          </a:p>
        </p:txBody>
      </p:sp>
      <p:sp>
        <p:nvSpPr>
          <p:cNvPr id="9" name="Shape 5"/>
          <p:cNvSpPr/>
          <p:nvPr/>
        </p:nvSpPr>
        <p:spPr>
          <a:xfrm>
            <a:off x="502920" y="2916936"/>
            <a:ext cx="566928" cy="566928"/>
          </a:xfrm>
          <a:prstGeom prst="ellipse">
            <a:avLst/>
          </a:prstGeom>
          <a:solidFill>
            <a:srgbClr val="F9E795"/>
          </a:solidFill>
          <a:ln/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3072384"/>
            <a:ext cx="274320" cy="27432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234440" y="2807208"/>
            <a:ext cx="1042416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1700" b="1" dirty="0">
                <a:solidFill>
                  <a:srgbClr val="F961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الفئة المستهدفة</a:t>
            </a:r>
            <a:endParaRPr lang="en-US" sz="1700" dirty="0"/>
          </a:p>
          <a:p>
            <a:pPr algn="r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أصحاب ومدراء النوادي والصالات الرياضية، والمدربون، والأعضاء المشتركون بالنادي.</a:t>
            </a:r>
            <a:endParaRPr lang="en-US" sz="1700" dirty="0"/>
          </a:p>
        </p:txBody>
      </p:sp>
      <p:sp>
        <p:nvSpPr>
          <p:cNvPr id="12" name="Shape 7"/>
          <p:cNvSpPr/>
          <p:nvPr/>
        </p:nvSpPr>
        <p:spPr>
          <a:xfrm>
            <a:off x="502920" y="3941064"/>
            <a:ext cx="566928" cy="566928"/>
          </a:xfrm>
          <a:prstGeom prst="ellipse">
            <a:avLst/>
          </a:prstGeom>
          <a:solidFill>
            <a:srgbClr val="F9E795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" y="4096512"/>
            <a:ext cx="274320" cy="274320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1234440" y="3831336"/>
            <a:ext cx="1042416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1700" b="1" dirty="0">
                <a:solidFill>
                  <a:srgbClr val="F961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طريقة الربح</a:t>
            </a:r>
            <a:endParaRPr lang="en-US" sz="1700" dirty="0"/>
          </a:p>
          <a:p>
            <a:pPr algn="r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اشتراك شهري يدفعه النادي مقابل استخدام النظام (نموذج B2B SaaS)، مع باقات مختلفة حسب عدد الأعضاء والميزات المتاحة.</a:t>
            </a:r>
            <a:endParaRPr lang="en-US" sz="1700" dirty="0"/>
          </a:p>
        </p:txBody>
      </p:sp>
      <p:sp>
        <p:nvSpPr>
          <p:cNvPr id="15" name="Shape 9"/>
          <p:cNvSpPr/>
          <p:nvPr/>
        </p:nvSpPr>
        <p:spPr>
          <a:xfrm>
            <a:off x="502920" y="4965192"/>
            <a:ext cx="566928" cy="566928"/>
          </a:xfrm>
          <a:prstGeom prst="ellipse">
            <a:avLst/>
          </a:prstGeom>
          <a:solidFill>
            <a:srgbClr val="F9E795"/>
          </a:solidFill>
          <a:ln/>
        </p:spPr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" y="5120640"/>
            <a:ext cx="274320" cy="274320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1234440" y="4855464"/>
            <a:ext cx="1042416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1700" b="1" dirty="0">
                <a:solidFill>
                  <a:srgbClr val="F961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القيمة المضافة</a:t>
            </a:r>
            <a:endParaRPr lang="en-US" sz="1700" dirty="0"/>
          </a:p>
          <a:p>
            <a:pPr algn="r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توحيد كل عمليات إدارة النادي بمكان واحد بدل الاعتماد على دفاتر أو ملفات متفرقة، وتقليل نسبة فقدان الأعضاء بفضل التنبيهات الاستباقية.</a:t>
            </a:r>
            <a:endParaRPr lang="en-US" sz="1700" dirty="0"/>
          </a:p>
        </p:txBody>
      </p:sp>
      <p:sp>
        <p:nvSpPr>
          <p:cNvPr id="18" name="Shape 11"/>
          <p:cNvSpPr/>
          <p:nvPr/>
        </p:nvSpPr>
        <p:spPr>
          <a:xfrm>
            <a:off x="502920" y="5989320"/>
            <a:ext cx="566928" cy="566928"/>
          </a:xfrm>
          <a:prstGeom prst="ellipse">
            <a:avLst/>
          </a:prstGeom>
          <a:solidFill>
            <a:srgbClr val="F9E795"/>
          </a:solidFill>
          <a:ln/>
        </p:spPr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368" y="6144768"/>
            <a:ext cx="274320" cy="274320"/>
          </a:xfrm>
          <a:prstGeom prst="rect">
            <a:avLst/>
          </a:prstGeom>
        </p:spPr>
      </p:pic>
      <p:sp>
        <p:nvSpPr>
          <p:cNvPr id="20" name="Text 12"/>
          <p:cNvSpPr txBox="1"/>
          <p:nvPr/>
        </p:nvSpPr>
        <p:spPr>
          <a:xfrm>
            <a:off x="1234440" y="5879592"/>
            <a:ext cx="1042416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1700" b="1" dirty="0">
                <a:solidFill>
                  <a:srgbClr val="F961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ميزات الذكاء الاصطناعي</a:t>
            </a:r>
            <a:endParaRPr lang="en-US" sz="1700" dirty="0"/>
          </a:p>
          <a:p>
            <a:pPr algn="r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توقع احتمالية ترك العضو للنادي (Churn Prediction) بناءً على نمط حضوره، اقتراح خطط تمرين وتغذية مخصصة، وتحليل أداء الأعضاء لتحسين برامج التدريب.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2026-09-20T21:01:07Z</dcterms:created>
  <dcterms:modified xsi:type="dcterms:W3CDTF">2026-09-20T21:01:07Z</dcterms:modified>
</cp:coreProperties>
</file>