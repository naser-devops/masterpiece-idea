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3035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28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تأجير السيارات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" y="1892808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482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1783080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الوصف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موقع إلكتروني يتيح لشركات تأجير السيارات إنشاء حسابات وعرض سياراتها المتاحة للإيجار، بحيث يتصفح الزبون السيارات المتوفرة، يقارن الأسعار والمواصفات، ويحجز السيارة المناسبة أونلاين من دون الحاجة لزيارة الشركة شخصياً.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02920" y="2916936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7238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2807208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 المستهدفة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شركات ومكاتب تأجير السيارات من جهة، والأفراد والسياح والمسافرين المحتاجين سيارة مؤقتة من جهة أخرى.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02920" y="3941064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9651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3831336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طريقة الربح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عمولة على كل عملية حجز تتم عبر المنصة، بالإضافة إلى اشتراك شهري أو سنوي للشركات الراغبة بميزات إضافية مثل الظهور المميز بنتائج البحث.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02920" y="4965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206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4855464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المضافة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تجميع كل شركات التأجير بمكان واحد لتسهيل المقارنة على الزبون، مع نظام حجز وتوثيق موحّد بدل اعتماد كل شركة على نظامها الخاص.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502920" y="598932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6144768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34440" y="5879592"/>
            <a:ext cx="104241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ميزات الذكاء الاصطناعي</a:t>
            </a:r>
            <a:endParaRPr lang="en-US" sz="1700" dirty="0"/>
          </a:p>
          <a:p>
            <a:pPr algn="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اقتراح السيارة الأنسب حسب احتياج الزبون (عدد الركاب، الميزانية، نوع الرحلة)، تسعير ديناميكي حسب الطلب والموسم، وتحليل صور السيارة تلقائياً للتحقق من حالتها عند الاستلام والتسليم.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2026-09-20T21:01:07Z</dcterms:created>
  <dcterms:modified xsi:type="dcterms:W3CDTF">2026-09-20T21:01:07Z</dcterms:modified>
</cp:coreProperties>
</file>