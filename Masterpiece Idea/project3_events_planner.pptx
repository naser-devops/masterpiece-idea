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303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28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تنظيم المناسبات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892808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482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783080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الوصف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تساعد الأفراد والشركات على تنظيم مناسباتهم (أعراس، حفلات تخرج، مؤتمرات) من مكان واحد، من خلال تصفح ومقارنة مزودي الخدمات (قاعات، كاترنج، تصوير، ديكور) وحجزهم مباشرة أونلاين.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2916936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7238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807208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المستهدفة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أشخاص يخططون لمناسبة خاصة، وأصحاب أعمال ومزودو خدمات المناسبات الراغبون بالوصول لزبائن أكثر.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02920" y="3941064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9651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31336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الربح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كل حجز يتم عبر المنصة، بالإضافة إلى اشتراك مدفوع للمزودين الراغبين بظهور مميز في أول نتائج البحث.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02920" y="4965192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206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855464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المضافة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الوقت والجهد بدل التواصل مع عشر جهات مختلفة، وتقديم مقارنة أسعار وتقييمات موثوقة بمكان واحد.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502920" y="5989320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614476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5879592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الذكاء الاصطناعي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ذكي يبني خطة مناسبة كاملة حسب الميزانية وعدد الضيوف والستايل المطلوب، وترتيب المزودين حسب تحليل جودة التقييمات الفعلية وليس فقط عدد النجوم.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2026-09-20T21:01:07Z</dcterms:created>
  <dcterms:modified xsi:type="dcterms:W3CDTF">2026-09-20T21:01:07Z</dcterms:modified>
</cp:coreProperties>
</file>